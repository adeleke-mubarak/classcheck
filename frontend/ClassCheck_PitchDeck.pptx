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ClassCheck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cancelled class again.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Mubarak Adeleke | Mathematics 400L Pilot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trek long distances to lecture halls only to find out the class is cancelled.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22860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Time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lost walking across campus for classes that aren't happening.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22860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29260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Comms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lost in noisy WhatsApp groups and unofficial channels.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22860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926080"/>
            <a:ext cx="365760" cy="365760"/>
          </a:xfrm>
          <a:prstGeom prst="ellipse">
            <a:avLst/>
          </a:prstGeom>
          <a:solidFill>
            <a:srgbClr val="A1A1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rumours about classes causing confusion among students.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ClassCheck provides instant, verified updates directly to students.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768096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834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Senders: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authorized lecturers and class reps can post updates.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383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Feed: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see cancellations and venue changes instantly.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931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see updates for the exact courses you are subscribed to.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simple steps to stay updated.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0" y="22860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register using their matric number.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courses you are currently enrolled 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22860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Updated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live feed before leaving for class.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2560320"/>
            <a:ext cx="1097280" cy="182880"/>
          </a:xfrm>
          <a:prstGeom prst="rightArrow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2560320"/>
            <a:ext cx="1097280" cy="182880"/>
          </a:xfrm>
          <a:prstGeom prst="rightArrow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scale, starting with Mathematics 400L.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Stack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modern frontend experience.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updates pushed via WebSockets.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(PWA)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on any mobile device.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2286000"/>
            <a:ext cx="0" cy="22860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Program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926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
</a:t>
            </a:r>
            <a:pPr indent="0" marL="0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400L
</a:t>
            </a:r>
            <a:pPr indent="0" marL="0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Seeded: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
</a:t>
            </a:r>
            <a:pPr indent="0" marL="0">
              <a:buNone/>
            </a:pPr>
            <a:r>
              <a:rPr lang="en-US" sz="18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</a:t>
            </a:r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expand to all faculties.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for ClassCheck?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371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browser and mobile push alerts even when the app is closed.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371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Integration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daily schedule highlighting cancelled and moved classes.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371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Rollout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other departments and faculties with admin approval flows.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ClassCheck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beta and save your time.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2743200" cy="731520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2026-09-01T16:11:24Z</dcterms:created>
  <dcterms:modified xsi:type="dcterms:W3CDTF">2026-09-01T16:11:24Z</dcterms:modified>
</cp:coreProperties>
</file>